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3061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 + LLM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Comportamiento para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Tensión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exploratoria — VP Riesgos + VP Transformación Digital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de Riesgos  |  G&amp;T Continental  |  Confidencial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supuestos de las pruebas de tensión no tienen fundamentación granular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para liquidez e ICAP, el banco usa supuestos como: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886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1005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15% de depósitos retira en 30 días"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15%? ¿Es igual para un corporativo de Q400M que para un asalariado de Q15K?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737360"/>
            <a:ext cx="3886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737360"/>
            <a:ext cx="54864" cy="1005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mora sube 2% en escenario severo"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¿Todos los segmentos se deterioran igual? ¿Una PYME y un asalariado reaccionan igual?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2801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necesitamos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desagregados por tipo de cliente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fundamentados en el perfil real de los clientes, no en un número arbitrario.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tesis: usar un LLM adoptando la personalidad de cada arquetipo para generar esos supuestos.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de Riesgos  |  G&amp;T Continental  |  Confidencial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actúa como cada arquetipo — la personalidad genera el supuesto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886200" cy="320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→ segmentación por saldo, tipo, persona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3886200" cy="3200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801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se convierte en una persona con perfil e historia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1280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F8C8D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8229600" cy="2103120"/>
          </a:xfrm>
          <a:prstGeom prst="rect">
            <a:avLst/>
          </a:prstGeom>
          <a:solidFill>
            <a:srgbClr val="1B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(GPT-4 / Copilot / Ollama)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2377440" cy="146304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852928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"Soy el CFO de una empresa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grande. Tengo Q400M en G&amp;T.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tengo crédito.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hora 1 no hice nada.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hora 2 el banco emitió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comunicado pero vi que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CFOs que conozco ya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sacaron su plata..."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A90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657600" y="2606040"/>
            <a:ext cx="2103120" cy="146304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2606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RAZONA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285292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adopta 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personalidad del arquetipo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decide qué haría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 perfil financiero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 memoria de la crisis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 que está pasando ahora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Sus emociones acumuladas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A900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09360" y="2606040"/>
            <a:ext cx="2103120" cy="1463040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606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2852928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action: partial_withdraw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probability: 0.35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amount: 40%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channel: executive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reasoning: "Vi que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otros CFOs sacaron,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muevo 40% por SWIFT"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probabilidad NO la define un analista — la genera el LLM razonando como ese tipo de cliente.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 MEMORIA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de Riesgos  |  G&amp;T Continental  |  Confidencial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recuerda lo que decidió — sus emociones se acumulan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"Generative Agents" de Stanford (2023) — agentes con personalidad, memoria y planificación.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00584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527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 aparece en redes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1783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le hago caso"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1645920"/>
            <a:ext cx="54864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120" y="2057400"/>
            <a:ext cx="0" cy="16459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21992"/>
            <a:ext cx="1005840" cy="5486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2199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2240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emite comunicado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 calma un poco..."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2359152"/>
            <a:ext cx="54864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2313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" y="2770632"/>
            <a:ext cx="0" cy="16459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35224"/>
            <a:ext cx="1005840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93522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2953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 banco va lenta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32095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"¿Por qué la app está lenta?"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3072384"/>
            <a:ext cx="54864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30266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Nervioso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0120" y="3483864"/>
            <a:ext cx="0" cy="16459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48456"/>
            <a:ext cx="100584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4845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45920" y="3666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Colega me dice que retiró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45920" y="3922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 él sacó, yo también"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0" y="3785616"/>
            <a:ext cx="54864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0" y="37398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Pánico → actúa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1508760"/>
            <a:ext cx="30175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69280" y="1508760"/>
            <a:ext cx="54864" cy="2834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7" name="Text 35"/>
          <p:cNvSpPr/>
          <p:nvPr/>
        </p:nvSpPr>
        <p:spPr>
          <a:xfrm>
            <a:off x="589788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la memoria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97880" y="19659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memoria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 es independiente. El LLM pattern-matchea. Es una fórmula disfrazada.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memoria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sabe que en hora 1 no hizo nada, en hora 2 lo calmaron, pero en hora 3 la app falló. Genera decisiones coherentes y acumulativas.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produce comportamiento emergente — decisiones que un analista no habría anticipado.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ya tiene memoria entre períodos.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de Riesgos  |  G&amp;T Continental  |  Confidencial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es experimental — es la dirección en la que se mueve la industria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31520" cy="5303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2588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344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Stanford: Generative Agents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134416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seminal que demostró que agentes LLM con personalidad y memoria producen comportamiento social realista. Base conceptual directa de esta arquitectura.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1856232"/>
            <a:ext cx="0" cy="128016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84248"/>
            <a:ext cx="731520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8424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002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England: ABM para bancos centrales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00253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paper oficial (SWP 1,122) sobre modelos basados en agentes para supervisión bancaria y pruebas de tensión macroprudenciales.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2514600"/>
            <a:ext cx="0" cy="128016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42616"/>
            <a:ext cx="731520" cy="5303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4261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6609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BIS: Principio 8 de Basilea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266090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Comité de Basilea recomienda explícitamente incorporar interacciones sistémicas y efectos de retroalimentación en las pruebas de tensión.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172968"/>
            <a:ext cx="0" cy="128016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00984"/>
            <a:ext cx="731520" cy="5303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0098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3319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MiroFish: 1M agentes, $4.1M inversión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331927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open-source de simulación con miles de agentes LLM autónomos. #1 en GitHub global. Validado en predicción financiera, opinión pública y crisis.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" y="3831336"/>
            <a:ext cx="0" cy="128016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59352"/>
            <a:ext cx="731520" cy="53035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5935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71600" y="3977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/ ECB: Transparencia en stress tests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39776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Fed abre sus modelos a comentario público por primera vez. El ECB introduce reverse stress tests. La industria busca mejores metodologías.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8229600" cy="182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526280"/>
            <a:ext cx="54864" cy="1828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5262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G&amp;T Continental puede ser el primer banco en Centroamérica en implementar esta metodología.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de Riesgos  |  G&amp;T Continental  |  Confidencial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ya lo está haciendo y qué resultados obtuvieron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9601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MiroFish (Shanda Group)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627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simulación con miles de agentes LLM autónomos con personalidad, memoria y conexiones sociales.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6576" cy="68580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533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40K+ estrellas en GitHub en 3 semanas. Un desarrollador lo conectó a un bot de trading en Polymarket: $4,266 de ganancia en 338 operaciones simulando 2,847 agentes antes de cada trade.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59152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59152"/>
            <a:ext cx="54864" cy="9601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32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Simudyne (UK)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7066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modelos basados en agentes para stress testing bancario. Usada por bancos globales para simular cartera hipotecaria bajo estrés.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36576" cy="68580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432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6334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con el framework regulatorio existente (IFRS9, CCAR). Permite experimentar con políticas de underwriting y pricing sin afectar portafolio real.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38144"/>
            <a:ext cx="54864" cy="9601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511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(Park et al. 2023-2024)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7856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1,000 personas con agentes generativos que tienen personalidad, memoria y planificación. Validados contra encuestas reales.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575304"/>
            <a:ext cx="36576" cy="685800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112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71246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agentes replicaron actitudes políticas, preferencias de consumo y comportamiento social de las personas reales con alta fidelidad.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con estos casos: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tenemos un caso de uso regulatorio concreto (ICAP, LCR, SIB) y datos reales del portafolio del banco. No es un ejercicio académico.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NECESITAMOS DE UN ARQUETIPO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de Riesgos  |  G&amp;T Continental  |  Confidencial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el LLM adopte una personalidad creíble necesita estas dimensiones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474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 la usa el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en el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financiero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 qué está en juego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"Tengo Q400M y un crédito de Q200M"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Ancla relacional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el costo de irse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"Mover mi crédito tomaría meses"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de información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entera de la crisis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"Me informo por Bloomberg y otros CFOs"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 bajo presión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reacciona — lo que cobros captura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"Si me preocupo, llamo a mi ejecutivo"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social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 quién escucha? ¿Quién lo influencia?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"Si otros empresarios retiran, me preocupo"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3703320"/>
            <a:ext cx="54864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más rico el arquetipo, mejor la simulación.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arquetipo que solo dice "PYME, Q3M" produce decisiones genéricas. Uno que dice "ferretero en zona 12, sin crédito, se entera por WhatsApp" produce comportamiento real.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de Riesgos  |  G&amp;T Continental  |  Confidencial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cada lado tiene y lo que le falta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886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21031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 /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 con data real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e infraestructura de datos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acceso a LLMs empresariales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falta: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regulatorio para los arquetipos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bajo estrés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3886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80160"/>
            <a:ext cx="54864" cy="21031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de Riesgos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(ICAP, LCR, SIB, Basilea)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simulación funcional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prompts con memoria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falta: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 ricos en dimensiones reales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un LLM potente (GPT-4 o superior)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 ricos + LLM potente + caso de uso regulatorio = supuestos fundamentados en comportamiento real. Es algo que ningún banco en la región tiene.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es la pieza más importante. 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usamos Copilot manualmente. Con acceso a un LLM vía API, el proceso se automatiza.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3061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quiero explorar con ustedes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99616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99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arquetipos ya tienen y qué dimensiones capturan?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975104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75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¿Están construidos con data transaccional o segmentación cualitativa?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450592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50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41401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¿Tienen dimensiones de comportamiento bajo presión?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88950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una capa de datos con canal, productos cruzados, crédito vigente?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401568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01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364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acceso a un LLM vía API (Azure OpenAI) o posibilidad de gestionarlo?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877056"/>
            <a:ext cx="274320" cy="2743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840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sería el punto de contacto técnico para mapear dimensiones?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de Riesgos  |  G&amp;T Continental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Nico Arias - VP Riesgos</dc:creator>
  <cp:lastModifiedBy>Nico Arias - VP Riesgos</cp:lastModifiedBy>
  <cp:revision>1</cp:revision>
  <dcterms:created xsi:type="dcterms:W3CDTF">2026-04-08T18:04:15Z</dcterms:created>
  <dcterms:modified xsi:type="dcterms:W3CDTF">2026-04-08T18:04:15Z</dcterms:modified>
</cp:coreProperties>
</file>